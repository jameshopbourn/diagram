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CF6"/>
    <a:srgbClr val="0091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74"/>
  </p:normalViewPr>
  <p:slideViewPr>
    <p:cSldViewPr snapToGrid="0" snapToObjects="1">
      <p:cViewPr>
        <p:scale>
          <a:sx n="78" d="100"/>
          <a:sy n="78" d="100"/>
        </p:scale>
        <p:origin x="1192" y="1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77C7EF2-B2F7-654B-B8DC-B97AB368CA6D}" type="doc">
      <dgm:prSet loTypeId="urn:microsoft.com/office/officeart/2005/8/layout/cycle2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7620204F-4EFF-1B45-8D9A-FE46778D5728}">
      <dgm:prSet phldrT="[文本]"/>
      <dgm:spPr/>
      <dgm:t>
        <a:bodyPr/>
        <a:lstStyle/>
        <a:p>
          <a:r>
            <a:rPr lang="zh-CN" altLang="en-US" dirty="0"/>
            <a:t>文章阅读</a:t>
          </a:r>
        </a:p>
      </dgm:t>
    </dgm:pt>
    <dgm:pt modelId="{59253A9A-2B8D-3849-A9B0-DD5EA98EA4AB}" type="parTrans" cxnId="{F0D3D2C2-82F6-2D49-BE6F-293F914EEED1}">
      <dgm:prSet/>
      <dgm:spPr/>
      <dgm:t>
        <a:bodyPr/>
        <a:lstStyle/>
        <a:p>
          <a:endParaRPr lang="zh-CN" altLang="en-US"/>
        </a:p>
      </dgm:t>
    </dgm:pt>
    <dgm:pt modelId="{14D8E2CC-C800-6744-AD90-659FA1B95276}" type="sibTrans" cxnId="{F0D3D2C2-82F6-2D49-BE6F-293F914EEED1}">
      <dgm:prSet/>
      <dgm:spPr/>
      <dgm:t>
        <a:bodyPr/>
        <a:lstStyle/>
        <a:p>
          <a:endParaRPr lang="zh-CN" altLang="en-US"/>
        </a:p>
      </dgm:t>
    </dgm:pt>
    <dgm:pt modelId="{3BAEDF44-BCFA-B34B-B8BF-772F5049C818}">
      <dgm:prSet phldrT="[文本]"/>
      <dgm:spPr/>
      <dgm:t>
        <a:bodyPr/>
        <a:lstStyle/>
        <a:p>
          <a:r>
            <a:rPr lang="zh-CN" altLang="en-US" dirty="0"/>
            <a:t>笔记摘抄</a:t>
          </a:r>
        </a:p>
      </dgm:t>
    </dgm:pt>
    <dgm:pt modelId="{6997FDF0-9573-A74D-AC7A-B5B2B90FF615}" type="parTrans" cxnId="{647DF6EE-7F70-2746-890E-6D2D61200D8D}">
      <dgm:prSet/>
      <dgm:spPr/>
      <dgm:t>
        <a:bodyPr/>
        <a:lstStyle/>
        <a:p>
          <a:endParaRPr lang="zh-CN" altLang="en-US"/>
        </a:p>
      </dgm:t>
    </dgm:pt>
    <dgm:pt modelId="{B73FC2B1-B0CF-E943-8E01-98C13B4619FD}" type="sibTrans" cxnId="{647DF6EE-7F70-2746-890E-6D2D61200D8D}">
      <dgm:prSet/>
      <dgm:spPr/>
      <dgm:t>
        <a:bodyPr/>
        <a:lstStyle/>
        <a:p>
          <a:endParaRPr lang="zh-CN" altLang="en-US"/>
        </a:p>
      </dgm:t>
    </dgm:pt>
    <dgm:pt modelId="{D98C4DA0-180C-D14F-A91C-90A82E308679}">
      <dgm:prSet phldrT="[文本]"/>
      <dgm:spPr/>
      <dgm:t>
        <a:bodyPr/>
        <a:lstStyle/>
        <a:p>
          <a:r>
            <a:rPr lang="zh-CN" altLang="en-US" dirty="0"/>
            <a:t>运动思考</a:t>
          </a:r>
        </a:p>
      </dgm:t>
    </dgm:pt>
    <dgm:pt modelId="{7D0B4E49-6C99-764C-BAD7-29D518312EED}" type="parTrans" cxnId="{C32C5069-583D-BD4C-B36C-A8CEA10D0A01}">
      <dgm:prSet/>
      <dgm:spPr/>
      <dgm:t>
        <a:bodyPr/>
        <a:lstStyle/>
        <a:p>
          <a:endParaRPr lang="zh-CN" altLang="en-US"/>
        </a:p>
      </dgm:t>
    </dgm:pt>
    <dgm:pt modelId="{B25881ED-C385-8642-BA61-69C73C6DC89C}" type="sibTrans" cxnId="{C32C5069-583D-BD4C-B36C-A8CEA10D0A01}">
      <dgm:prSet/>
      <dgm:spPr/>
      <dgm:t>
        <a:bodyPr/>
        <a:lstStyle/>
        <a:p>
          <a:endParaRPr lang="zh-CN" altLang="en-US"/>
        </a:p>
      </dgm:t>
    </dgm:pt>
    <dgm:pt modelId="{91401795-7466-D749-8E37-0C68A8617AC6}">
      <dgm:prSet phldrT="[文本]"/>
      <dgm:spPr/>
      <dgm:t>
        <a:bodyPr/>
        <a:lstStyle/>
        <a:p>
          <a:r>
            <a:rPr lang="zh-CN" altLang="en-US" dirty="0"/>
            <a:t>构建体系</a:t>
          </a:r>
        </a:p>
      </dgm:t>
    </dgm:pt>
    <dgm:pt modelId="{9CC9F319-6A26-704D-9422-1B815A61B73C}" type="parTrans" cxnId="{E5186184-8D7E-4B43-8881-53BFECBC0C23}">
      <dgm:prSet/>
      <dgm:spPr/>
      <dgm:t>
        <a:bodyPr/>
        <a:lstStyle/>
        <a:p>
          <a:endParaRPr lang="zh-CN" altLang="en-US"/>
        </a:p>
      </dgm:t>
    </dgm:pt>
    <dgm:pt modelId="{3B82BBD8-8E5B-6A4D-B39E-D990B088FB48}" type="sibTrans" cxnId="{E5186184-8D7E-4B43-8881-53BFECBC0C23}">
      <dgm:prSet/>
      <dgm:spPr/>
      <dgm:t>
        <a:bodyPr/>
        <a:lstStyle/>
        <a:p>
          <a:endParaRPr lang="zh-CN" altLang="en-US"/>
        </a:p>
      </dgm:t>
    </dgm:pt>
    <dgm:pt modelId="{D34D1CA8-2BA9-D347-9A76-9F9AAE3C59EA}">
      <dgm:prSet phldrT="[文本]"/>
      <dgm:spPr/>
      <dgm:t>
        <a:bodyPr/>
        <a:lstStyle/>
        <a:p>
          <a:r>
            <a:rPr lang="zh-CN" altLang="en-US" dirty="0"/>
            <a:t>文章输出</a:t>
          </a:r>
        </a:p>
      </dgm:t>
    </dgm:pt>
    <dgm:pt modelId="{4CFC1403-BCBE-BD49-B8FB-1972855830CD}" type="parTrans" cxnId="{AAE557BF-3A79-7645-A7D6-BD752F6E11E1}">
      <dgm:prSet/>
      <dgm:spPr/>
      <dgm:t>
        <a:bodyPr/>
        <a:lstStyle/>
        <a:p>
          <a:endParaRPr lang="zh-CN" altLang="en-US"/>
        </a:p>
      </dgm:t>
    </dgm:pt>
    <dgm:pt modelId="{2A333AB5-E698-6C4F-B5D0-C52A46664D5F}" type="sibTrans" cxnId="{AAE557BF-3A79-7645-A7D6-BD752F6E11E1}">
      <dgm:prSet/>
      <dgm:spPr/>
      <dgm:t>
        <a:bodyPr/>
        <a:lstStyle/>
        <a:p>
          <a:endParaRPr lang="zh-CN" altLang="en-US"/>
        </a:p>
      </dgm:t>
    </dgm:pt>
    <dgm:pt modelId="{E75B53F9-F1C1-534D-B300-ED21654306B4}">
      <dgm:prSet/>
      <dgm:spPr>
        <a:solidFill>
          <a:schemeClr val="tx2"/>
        </a:solidFill>
      </dgm:spPr>
      <dgm:t>
        <a:bodyPr/>
        <a:lstStyle/>
        <a:p>
          <a:r>
            <a:rPr lang="zh-CN" altLang="en-US" dirty="0"/>
            <a:t>交流学习</a:t>
          </a:r>
        </a:p>
      </dgm:t>
    </dgm:pt>
    <dgm:pt modelId="{CB307B97-7F5A-924B-AFBA-12275CDC6A2B}" type="parTrans" cxnId="{60ACDF8F-14AF-F846-9952-60114B8D355A}">
      <dgm:prSet/>
      <dgm:spPr/>
      <dgm:t>
        <a:bodyPr/>
        <a:lstStyle/>
        <a:p>
          <a:endParaRPr lang="zh-CN" altLang="en-US"/>
        </a:p>
      </dgm:t>
    </dgm:pt>
    <dgm:pt modelId="{28DD6053-601F-FF46-A260-13A3A0F735C0}" type="sibTrans" cxnId="{60ACDF8F-14AF-F846-9952-60114B8D355A}">
      <dgm:prSet/>
      <dgm:spPr>
        <a:solidFill>
          <a:schemeClr val="tx2"/>
        </a:solidFill>
      </dgm:spPr>
      <dgm:t>
        <a:bodyPr/>
        <a:lstStyle/>
        <a:p>
          <a:endParaRPr lang="zh-CN" altLang="en-US"/>
        </a:p>
      </dgm:t>
    </dgm:pt>
    <dgm:pt modelId="{3AC4DC70-89E6-2849-BE84-D62CBA932191}" type="pres">
      <dgm:prSet presAssocID="{877C7EF2-B2F7-654B-B8DC-B97AB368CA6D}" presName="cycle" presStyleCnt="0">
        <dgm:presLayoutVars>
          <dgm:dir/>
          <dgm:resizeHandles val="exact"/>
        </dgm:presLayoutVars>
      </dgm:prSet>
      <dgm:spPr/>
    </dgm:pt>
    <dgm:pt modelId="{5C2E2CC1-402D-3E47-8556-B66B5C5C7DF3}" type="pres">
      <dgm:prSet presAssocID="{7620204F-4EFF-1B45-8D9A-FE46778D5728}" presName="node" presStyleLbl="node1" presStyleIdx="0" presStyleCnt="6">
        <dgm:presLayoutVars>
          <dgm:bulletEnabled val="1"/>
        </dgm:presLayoutVars>
      </dgm:prSet>
      <dgm:spPr/>
    </dgm:pt>
    <dgm:pt modelId="{5B98BBAA-4F40-6047-B338-A501F0C1D86A}" type="pres">
      <dgm:prSet presAssocID="{14D8E2CC-C800-6744-AD90-659FA1B95276}" presName="sibTrans" presStyleLbl="sibTrans2D1" presStyleIdx="0" presStyleCnt="6"/>
      <dgm:spPr/>
    </dgm:pt>
    <dgm:pt modelId="{D32BCEC5-997F-794C-B47B-DCDD357A2972}" type="pres">
      <dgm:prSet presAssocID="{14D8E2CC-C800-6744-AD90-659FA1B95276}" presName="connectorText" presStyleLbl="sibTrans2D1" presStyleIdx="0" presStyleCnt="6"/>
      <dgm:spPr/>
    </dgm:pt>
    <dgm:pt modelId="{6CB8CB9B-082C-BA40-92A1-AB5BABCDD4B8}" type="pres">
      <dgm:prSet presAssocID="{3BAEDF44-BCFA-B34B-B8BF-772F5049C818}" presName="node" presStyleLbl="node1" presStyleIdx="1" presStyleCnt="6">
        <dgm:presLayoutVars>
          <dgm:bulletEnabled val="1"/>
        </dgm:presLayoutVars>
      </dgm:prSet>
      <dgm:spPr/>
    </dgm:pt>
    <dgm:pt modelId="{B3C9F058-D473-0F48-8432-2A2D784734D4}" type="pres">
      <dgm:prSet presAssocID="{B73FC2B1-B0CF-E943-8E01-98C13B4619FD}" presName="sibTrans" presStyleLbl="sibTrans2D1" presStyleIdx="1" presStyleCnt="6"/>
      <dgm:spPr/>
    </dgm:pt>
    <dgm:pt modelId="{E1B31DA1-0790-3942-A545-E6D95186C6F7}" type="pres">
      <dgm:prSet presAssocID="{B73FC2B1-B0CF-E943-8E01-98C13B4619FD}" presName="connectorText" presStyleLbl="sibTrans2D1" presStyleIdx="1" presStyleCnt="6"/>
      <dgm:spPr/>
    </dgm:pt>
    <dgm:pt modelId="{BF7F66FD-0CFC-6C41-938D-83376A304DE5}" type="pres">
      <dgm:prSet presAssocID="{D98C4DA0-180C-D14F-A91C-90A82E308679}" presName="node" presStyleLbl="node1" presStyleIdx="2" presStyleCnt="6">
        <dgm:presLayoutVars>
          <dgm:bulletEnabled val="1"/>
        </dgm:presLayoutVars>
      </dgm:prSet>
      <dgm:spPr/>
    </dgm:pt>
    <dgm:pt modelId="{B6799AAE-D70A-9B49-A6C4-3F81A5238EAA}" type="pres">
      <dgm:prSet presAssocID="{B25881ED-C385-8642-BA61-69C73C6DC89C}" presName="sibTrans" presStyleLbl="sibTrans2D1" presStyleIdx="2" presStyleCnt="6"/>
      <dgm:spPr/>
    </dgm:pt>
    <dgm:pt modelId="{75F16054-C349-9F41-B762-1089743012CB}" type="pres">
      <dgm:prSet presAssocID="{B25881ED-C385-8642-BA61-69C73C6DC89C}" presName="connectorText" presStyleLbl="sibTrans2D1" presStyleIdx="2" presStyleCnt="6"/>
      <dgm:spPr/>
    </dgm:pt>
    <dgm:pt modelId="{99FA0D53-B3A6-4746-B1F7-CBFEC46CB75F}" type="pres">
      <dgm:prSet presAssocID="{91401795-7466-D749-8E37-0C68A8617AC6}" presName="node" presStyleLbl="node1" presStyleIdx="3" presStyleCnt="6">
        <dgm:presLayoutVars>
          <dgm:bulletEnabled val="1"/>
        </dgm:presLayoutVars>
      </dgm:prSet>
      <dgm:spPr/>
    </dgm:pt>
    <dgm:pt modelId="{1B42B076-33A8-124F-A432-E67203CC34C7}" type="pres">
      <dgm:prSet presAssocID="{3B82BBD8-8E5B-6A4D-B39E-D990B088FB48}" presName="sibTrans" presStyleLbl="sibTrans2D1" presStyleIdx="3" presStyleCnt="6"/>
      <dgm:spPr/>
    </dgm:pt>
    <dgm:pt modelId="{233F758D-54A1-5144-BB94-BC75876C740A}" type="pres">
      <dgm:prSet presAssocID="{3B82BBD8-8E5B-6A4D-B39E-D990B088FB48}" presName="connectorText" presStyleLbl="sibTrans2D1" presStyleIdx="3" presStyleCnt="6"/>
      <dgm:spPr/>
    </dgm:pt>
    <dgm:pt modelId="{07AD5BC0-3DAF-754A-AE4D-FAE5724294B5}" type="pres">
      <dgm:prSet presAssocID="{D34D1CA8-2BA9-D347-9A76-9F9AAE3C59EA}" presName="node" presStyleLbl="node1" presStyleIdx="4" presStyleCnt="6">
        <dgm:presLayoutVars>
          <dgm:bulletEnabled val="1"/>
        </dgm:presLayoutVars>
      </dgm:prSet>
      <dgm:spPr/>
    </dgm:pt>
    <dgm:pt modelId="{D4593DC1-B1E1-2049-8373-D1E99FE93303}" type="pres">
      <dgm:prSet presAssocID="{2A333AB5-E698-6C4F-B5D0-C52A46664D5F}" presName="sibTrans" presStyleLbl="sibTrans2D1" presStyleIdx="4" presStyleCnt="6"/>
      <dgm:spPr/>
    </dgm:pt>
    <dgm:pt modelId="{A64AB413-DA88-8C44-AC89-476FC2D6D4B6}" type="pres">
      <dgm:prSet presAssocID="{2A333AB5-E698-6C4F-B5D0-C52A46664D5F}" presName="connectorText" presStyleLbl="sibTrans2D1" presStyleIdx="4" presStyleCnt="6"/>
      <dgm:spPr/>
    </dgm:pt>
    <dgm:pt modelId="{BDFF318E-456A-644B-A815-82B357F7147A}" type="pres">
      <dgm:prSet presAssocID="{E75B53F9-F1C1-534D-B300-ED21654306B4}" presName="node" presStyleLbl="node1" presStyleIdx="5" presStyleCnt="6">
        <dgm:presLayoutVars>
          <dgm:bulletEnabled val="1"/>
        </dgm:presLayoutVars>
      </dgm:prSet>
      <dgm:spPr/>
    </dgm:pt>
    <dgm:pt modelId="{9B6CE37F-19E9-4846-9940-4D109E5FF6F1}" type="pres">
      <dgm:prSet presAssocID="{28DD6053-601F-FF46-A260-13A3A0F735C0}" presName="sibTrans" presStyleLbl="sibTrans2D1" presStyleIdx="5" presStyleCnt="6"/>
      <dgm:spPr/>
    </dgm:pt>
    <dgm:pt modelId="{07A7F928-05F3-404A-BFA2-25A29DA2ACBB}" type="pres">
      <dgm:prSet presAssocID="{28DD6053-601F-FF46-A260-13A3A0F735C0}" presName="connectorText" presStyleLbl="sibTrans2D1" presStyleIdx="5" presStyleCnt="6"/>
      <dgm:spPr/>
    </dgm:pt>
  </dgm:ptLst>
  <dgm:cxnLst>
    <dgm:cxn modelId="{BDDF1B38-0D2B-E843-8A4F-624BC6050B92}" type="presOf" srcId="{91401795-7466-D749-8E37-0C68A8617AC6}" destId="{99FA0D53-B3A6-4746-B1F7-CBFEC46CB75F}" srcOrd="0" destOrd="0" presId="urn:microsoft.com/office/officeart/2005/8/layout/cycle2"/>
    <dgm:cxn modelId="{8F92643F-30C0-164A-9E03-45DD7009C5F0}" type="presOf" srcId="{14D8E2CC-C800-6744-AD90-659FA1B95276}" destId="{5B98BBAA-4F40-6047-B338-A501F0C1D86A}" srcOrd="0" destOrd="0" presId="urn:microsoft.com/office/officeart/2005/8/layout/cycle2"/>
    <dgm:cxn modelId="{0EEC9645-7A9F-2345-8D57-FE51B3FBB0B2}" type="presOf" srcId="{7620204F-4EFF-1B45-8D9A-FE46778D5728}" destId="{5C2E2CC1-402D-3E47-8556-B66B5C5C7DF3}" srcOrd="0" destOrd="0" presId="urn:microsoft.com/office/officeart/2005/8/layout/cycle2"/>
    <dgm:cxn modelId="{34989C57-3D06-4042-880A-C37EA3E3F7CD}" type="presOf" srcId="{B25881ED-C385-8642-BA61-69C73C6DC89C}" destId="{75F16054-C349-9F41-B762-1089743012CB}" srcOrd="1" destOrd="0" presId="urn:microsoft.com/office/officeart/2005/8/layout/cycle2"/>
    <dgm:cxn modelId="{AC9EA657-E558-C649-BDF7-7C306EBE64A8}" type="presOf" srcId="{3B82BBD8-8E5B-6A4D-B39E-D990B088FB48}" destId="{1B42B076-33A8-124F-A432-E67203CC34C7}" srcOrd="0" destOrd="0" presId="urn:microsoft.com/office/officeart/2005/8/layout/cycle2"/>
    <dgm:cxn modelId="{0FE5CA67-F24B-E746-9C75-723CC1499B52}" type="presOf" srcId="{14D8E2CC-C800-6744-AD90-659FA1B95276}" destId="{D32BCEC5-997F-794C-B47B-DCDD357A2972}" srcOrd="1" destOrd="0" presId="urn:microsoft.com/office/officeart/2005/8/layout/cycle2"/>
    <dgm:cxn modelId="{C32C5069-583D-BD4C-B36C-A8CEA10D0A01}" srcId="{877C7EF2-B2F7-654B-B8DC-B97AB368CA6D}" destId="{D98C4DA0-180C-D14F-A91C-90A82E308679}" srcOrd="2" destOrd="0" parTransId="{7D0B4E49-6C99-764C-BAD7-29D518312EED}" sibTransId="{B25881ED-C385-8642-BA61-69C73C6DC89C}"/>
    <dgm:cxn modelId="{F8ECE16B-4990-2A41-ACF9-BD2CA44313B9}" type="presOf" srcId="{28DD6053-601F-FF46-A260-13A3A0F735C0}" destId="{9B6CE37F-19E9-4846-9940-4D109E5FF6F1}" srcOrd="0" destOrd="0" presId="urn:microsoft.com/office/officeart/2005/8/layout/cycle2"/>
    <dgm:cxn modelId="{385C296F-9C92-744D-8C13-36C875D4B58B}" type="presOf" srcId="{D98C4DA0-180C-D14F-A91C-90A82E308679}" destId="{BF7F66FD-0CFC-6C41-938D-83376A304DE5}" srcOrd="0" destOrd="0" presId="urn:microsoft.com/office/officeart/2005/8/layout/cycle2"/>
    <dgm:cxn modelId="{4221B974-4599-024E-80C7-1BE2C1D66EF7}" type="presOf" srcId="{E75B53F9-F1C1-534D-B300-ED21654306B4}" destId="{BDFF318E-456A-644B-A815-82B357F7147A}" srcOrd="0" destOrd="0" presId="urn:microsoft.com/office/officeart/2005/8/layout/cycle2"/>
    <dgm:cxn modelId="{53413978-46BB-4142-AB49-CCFBD2B15F62}" type="presOf" srcId="{2A333AB5-E698-6C4F-B5D0-C52A46664D5F}" destId="{A64AB413-DA88-8C44-AC89-476FC2D6D4B6}" srcOrd="1" destOrd="0" presId="urn:microsoft.com/office/officeart/2005/8/layout/cycle2"/>
    <dgm:cxn modelId="{76A8AA7B-DC16-3547-8E20-D94E4D3ED6B5}" type="presOf" srcId="{B73FC2B1-B0CF-E943-8E01-98C13B4619FD}" destId="{B3C9F058-D473-0F48-8432-2A2D784734D4}" srcOrd="0" destOrd="0" presId="urn:microsoft.com/office/officeart/2005/8/layout/cycle2"/>
    <dgm:cxn modelId="{5555057C-2F70-5043-A3F3-FFA1A232F293}" type="presOf" srcId="{3BAEDF44-BCFA-B34B-B8BF-772F5049C818}" destId="{6CB8CB9B-082C-BA40-92A1-AB5BABCDD4B8}" srcOrd="0" destOrd="0" presId="urn:microsoft.com/office/officeart/2005/8/layout/cycle2"/>
    <dgm:cxn modelId="{E5186184-8D7E-4B43-8881-53BFECBC0C23}" srcId="{877C7EF2-B2F7-654B-B8DC-B97AB368CA6D}" destId="{91401795-7466-D749-8E37-0C68A8617AC6}" srcOrd="3" destOrd="0" parTransId="{9CC9F319-6A26-704D-9422-1B815A61B73C}" sibTransId="{3B82BBD8-8E5B-6A4D-B39E-D990B088FB48}"/>
    <dgm:cxn modelId="{AFFEB68B-02AE-4A49-9C8D-69E77A290842}" type="presOf" srcId="{B25881ED-C385-8642-BA61-69C73C6DC89C}" destId="{B6799AAE-D70A-9B49-A6C4-3F81A5238EAA}" srcOrd="0" destOrd="0" presId="urn:microsoft.com/office/officeart/2005/8/layout/cycle2"/>
    <dgm:cxn modelId="{60ACDF8F-14AF-F846-9952-60114B8D355A}" srcId="{877C7EF2-B2F7-654B-B8DC-B97AB368CA6D}" destId="{E75B53F9-F1C1-534D-B300-ED21654306B4}" srcOrd="5" destOrd="0" parTransId="{CB307B97-7F5A-924B-AFBA-12275CDC6A2B}" sibTransId="{28DD6053-601F-FF46-A260-13A3A0F735C0}"/>
    <dgm:cxn modelId="{EED06494-5289-2B49-832C-DB989A65A038}" type="presOf" srcId="{877C7EF2-B2F7-654B-B8DC-B97AB368CA6D}" destId="{3AC4DC70-89E6-2849-BE84-D62CBA932191}" srcOrd="0" destOrd="0" presId="urn:microsoft.com/office/officeart/2005/8/layout/cycle2"/>
    <dgm:cxn modelId="{4068C89F-C3CB-A449-8966-727EC403A4CC}" type="presOf" srcId="{B73FC2B1-B0CF-E943-8E01-98C13B4619FD}" destId="{E1B31DA1-0790-3942-A545-E6D95186C6F7}" srcOrd="1" destOrd="0" presId="urn:microsoft.com/office/officeart/2005/8/layout/cycle2"/>
    <dgm:cxn modelId="{55370BB1-AE10-D048-A3F1-9555AD5E4A55}" type="presOf" srcId="{28DD6053-601F-FF46-A260-13A3A0F735C0}" destId="{07A7F928-05F3-404A-BFA2-25A29DA2ACBB}" srcOrd="1" destOrd="0" presId="urn:microsoft.com/office/officeart/2005/8/layout/cycle2"/>
    <dgm:cxn modelId="{AAE557BF-3A79-7645-A7D6-BD752F6E11E1}" srcId="{877C7EF2-B2F7-654B-B8DC-B97AB368CA6D}" destId="{D34D1CA8-2BA9-D347-9A76-9F9AAE3C59EA}" srcOrd="4" destOrd="0" parTransId="{4CFC1403-BCBE-BD49-B8FB-1972855830CD}" sibTransId="{2A333AB5-E698-6C4F-B5D0-C52A46664D5F}"/>
    <dgm:cxn modelId="{F0D3D2C2-82F6-2D49-BE6F-293F914EEED1}" srcId="{877C7EF2-B2F7-654B-B8DC-B97AB368CA6D}" destId="{7620204F-4EFF-1B45-8D9A-FE46778D5728}" srcOrd="0" destOrd="0" parTransId="{59253A9A-2B8D-3849-A9B0-DD5EA98EA4AB}" sibTransId="{14D8E2CC-C800-6744-AD90-659FA1B95276}"/>
    <dgm:cxn modelId="{CFD0C0C3-F689-6843-BBA1-7ED2B40ADD64}" type="presOf" srcId="{D34D1CA8-2BA9-D347-9A76-9F9AAE3C59EA}" destId="{07AD5BC0-3DAF-754A-AE4D-FAE5724294B5}" srcOrd="0" destOrd="0" presId="urn:microsoft.com/office/officeart/2005/8/layout/cycle2"/>
    <dgm:cxn modelId="{325D9CC6-AFEE-E841-BD27-F1768A4113C8}" type="presOf" srcId="{2A333AB5-E698-6C4F-B5D0-C52A46664D5F}" destId="{D4593DC1-B1E1-2049-8373-D1E99FE93303}" srcOrd="0" destOrd="0" presId="urn:microsoft.com/office/officeart/2005/8/layout/cycle2"/>
    <dgm:cxn modelId="{647DF6EE-7F70-2746-890E-6D2D61200D8D}" srcId="{877C7EF2-B2F7-654B-B8DC-B97AB368CA6D}" destId="{3BAEDF44-BCFA-B34B-B8BF-772F5049C818}" srcOrd="1" destOrd="0" parTransId="{6997FDF0-9573-A74D-AC7A-B5B2B90FF615}" sibTransId="{B73FC2B1-B0CF-E943-8E01-98C13B4619FD}"/>
    <dgm:cxn modelId="{DF788AF0-1353-9A48-A546-F0B0EABD4049}" type="presOf" srcId="{3B82BBD8-8E5B-6A4D-B39E-D990B088FB48}" destId="{233F758D-54A1-5144-BB94-BC75876C740A}" srcOrd="1" destOrd="0" presId="urn:microsoft.com/office/officeart/2005/8/layout/cycle2"/>
    <dgm:cxn modelId="{37F81BD2-7CB0-8347-A88A-14ADDF26FA76}" type="presParOf" srcId="{3AC4DC70-89E6-2849-BE84-D62CBA932191}" destId="{5C2E2CC1-402D-3E47-8556-B66B5C5C7DF3}" srcOrd="0" destOrd="0" presId="urn:microsoft.com/office/officeart/2005/8/layout/cycle2"/>
    <dgm:cxn modelId="{878DD340-C454-524E-BCCB-1A3161470567}" type="presParOf" srcId="{3AC4DC70-89E6-2849-BE84-D62CBA932191}" destId="{5B98BBAA-4F40-6047-B338-A501F0C1D86A}" srcOrd="1" destOrd="0" presId="urn:microsoft.com/office/officeart/2005/8/layout/cycle2"/>
    <dgm:cxn modelId="{A1A3A6EF-1CE4-1C4B-A7FD-29A77ED683C6}" type="presParOf" srcId="{5B98BBAA-4F40-6047-B338-A501F0C1D86A}" destId="{D32BCEC5-997F-794C-B47B-DCDD357A2972}" srcOrd="0" destOrd="0" presId="urn:microsoft.com/office/officeart/2005/8/layout/cycle2"/>
    <dgm:cxn modelId="{BB8CD4B6-B0EF-4744-9717-E8F3C70F4E78}" type="presParOf" srcId="{3AC4DC70-89E6-2849-BE84-D62CBA932191}" destId="{6CB8CB9B-082C-BA40-92A1-AB5BABCDD4B8}" srcOrd="2" destOrd="0" presId="urn:microsoft.com/office/officeart/2005/8/layout/cycle2"/>
    <dgm:cxn modelId="{3FEB4D39-4261-5C4D-B39F-66786FDC8066}" type="presParOf" srcId="{3AC4DC70-89E6-2849-BE84-D62CBA932191}" destId="{B3C9F058-D473-0F48-8432-2A2D784734D4}" srcOrd="3" destOrd="0" presId="urn:microsoft.com/office/officeart/2005/8/layout/cycle2"/>
    <dgm:cxn modelId="{15CCAE46-969C-F247-9AC6-B3BC25AF95BB}" type="presParOf" srcId="{B3C9F058-D473-0F48-8432-2A2D784734D4}" destId="{E1B31DA1-0790-3942-A545-E6D95186C6F7}" srcOrd="0" destOrd="0" presId="urn:microsoft.com/office/officeart/2005/8/layout/cycle2"/>
    <dgm:cxn modelId="{EBE7B922-B3F7-504B-A6DC-A33AF612A578}" type="presParOf" srcId="{3AC4DC70-89E6-2849-BE84-D62CBA932191}" destId="{BF7F66FD-0CFC-6C41-938D-83376A304DE5}" srcOrd="4" destOrd="0" presId="urn:microsoft.com/office/officeart/2005/8/layout/cycle2"/>
    <dgm:cxn modelId="{4BD41253-475D-854C-945D-46408990E3AB}" type="presParOf" srcId="{3AC4DC70-89E6-2849-BE84-D62CBA932191}" destId="{B6799AAE-D70A-9B49-A6C4-3F81A5238EAA}" srcOrd="5" destOrd="0" presId="urn:microsoft.com/office/officeart/2005/8/layout/cycle2"/>
    <dgm:cxn modelId="{BEDBC04F-5A04-5247-BE54-5B8F3B450CD8}" type="presParOf" srcId="{B6799AAE-D70A-9B49-A6C4-3F81A5238EAA}" destId="{75F16054-C349-9F41-B762-1089743012CB}" srcOrd="0" destOrd="0" presId="urn:microsoft.com/office/officeart/2005/8/layout/cycle2"/>
    <dgm:cxn modelId="{D27BBE86-86EA-174C-9E0A-C7290F0C3D38}" type="presParOf" srcId="{3AC4DC70-89E6-2849-BE84-D62CBA932191}" destId="{99FA0D53-B3A6-4746-B1F7-CBFEC46CB75F}" srcOrd="6" destOrd="0" presId="urn:microsoft.com/office/officeart/2005/8/layout/cycle2"/>
    <dgm:cxn modelId="{CDB7A803-00A3-EF41-8D7A-1F47201F3C13}" type="presParOf" srcId="{3AC4DC70-89E6-2849-BE84-D62CBA932191}" destId="{1B42B076-33A8-124F-A432-E67203CC34C7}" srcOrd="7" destOrd="0" presId="urn:microsoft.com/office/officeart/2005/8/layout/cycle2"/>
    <dgm:cxn modelId="{64A875C1-2DC5-CB49-BD4A-9B37BCB6EB81}" type="presParOf" srcId="{1B42B076-33A8-124F-A432-E67203CC34C7}" destId="{233F758D-54A1-5144-BB94-BC75876C740A}" srcOrd="0" destOrd="0" presId="urn:microsoft.com/office/officeart/2005/8/layout/cycle2"/>
    <dgm:cxn modelId="{5CEA0B34-C8DF-5F4E-9D89-FAB43BD68EE9}" type="presParOf" srcId="{3AC4DC70-89E6-2849-BE84-D62CBA932191}" destId="{07AD5BC0-3DAF-754A-AE4D-FAE5724294B5}" srcOrd="8" destOrd="0" presId="urn:microsoft.com/office/officeart/2005/8/layout/cycle2"/>
    <dgm:cxn modelId="{0B0C8728-154B-044E-92BD-BAA6CE05A7CF}" type="presParOf" srcId="{3AC4DC70-89E6-2849-BE84-D62CBA932191}" destId="{D4593DC1-B1E1-2049-8373-D1E99FE93303}" srcOrd="9" destOrd="0" presId="urn:microsoft.com/office/officeart/2005/8/layout/cycle2"/>
    <dgm:cxn modelId="{2AFEC8CD-22DD-EE49-82C2-56EE88C05C50}" type="presParOf" srcId="{D4593DC1-B1E1-2049-8373-D1E99FE93303}" destId="{A64AB413-DA88-8C44-AC89-476FC2D6D4B6}" srcOrd="0" destOrd="0" presId="urn:microsoft.com/office/officeart/2005/8/layout/cycle2"/>
    <dgm:cxn modelId="{CC1B65CC-764D-974E-9E52-CC620362F6C5}" type="presParOf" srcId="{3AC4DC70-89E6-2849-BE84-D62CBA932191}" destId="{BDFF318E-456A-644B-A815-82B357F7147A}" srcOrd="10" destOrd="0" presId="urn:microsoft.com/office/officeart/2005/8/layout/cycle2"/>
    <dgm:cxn modelId="{D8DB5525-3B1A-574F-A45D-46DF5F18EAFB}" type="presParOf" srcId="{3AC4DC70-89E6-2849-BE84-D62CBA932191}" destId="{9B6CE37F-19E9-4846-9940-4D109E5FF6F1}" srcOrd="11" destOrd="0" presId="urn:microsoft.com/office/officeart/2005/8/layout/cycle2"/>
    <dgm:cxn modelId="{B611E9E6-F1A4-934C-B9DB-773C87E3245D}" type="presParOf" srcId="{9B6CE37F-19E9-4846-9940-4D109E5FF6F1}" destId="{07A7F928-05F3-404A-BFA2-25A29DA2ACBB}" srcOrd="0" destOrd="0" presId="urn:microsoft.com/office/officeart/2005/8/layout/cycle2"/>
  </dgm:cxnLst>
  <dgm:bg>
    <a:solidFill>
      <a:srgbClr val="FFFCF6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C2E2CC1-402D-3E47-8556-B66B5C5C7DF3}">
      <dsp:nvSpPr>
        <dsp:cNvPr id="0" name=""/>
        <dsp:cNvSpPr/>
      </dsp:nvSpPr>
      <dsp:spPr>
        <a:xfrm>
          <a:off x="3387328" y="632"/>
          <a:ext cx="1353343" cy="135334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文章阅读</a:t>
          </a:r>
        </a:p>
      </dsp:txBody>
      <dsp:txXfrm>
        <a:off x="3585520" y="198824"/>
        <a:ext cx="956959" cy="956959"/>
      </dsp:txXfrm>
    </dsp:sp>
    <dsp:sp modelId="{5B98BBAA-4F40-6047-B338-A501F0C1D86A}">
      <dsp:nvSpPr>
        <dsp:cNvPr id="0" name=""/>
        <dsp:cNvSpPr/>
      </dsp:nvSpPr>
      <dsp:spPr>
        <a:xfrm rot="1800000">
          <a:off x="4755226" y="951844"/>
          <a:ext cx="359703" cy="4567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>
        <a:off x="4762455" y="1016217"/>
        <a:ext cx="251792" cy="274051"/>
      </dsp:txXfrm>
    </dsp:sp>
    <dsp:sp modelId="{6CB8CB9B-082C-BA40-92A1-AB5BABCDD4B8}">
      <dsp:nvSpPr>
        <dsp:cNvPr id="0" name=""/>
        <dsp:cNvSpPr/>
      </dsp:nvSpPr>
      <dsp:spPr>
        <a:xfrm>
          <a:off x="5147117" y="1016646"/>
          <a:ext cx="1353343" cy="135334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笔记摘抄</a:t>
          </a:r>
        </a:p>
      </dsp:txBody>
      <dsp:txXfrm>
        <a:off x="5345309" y="1214838"/>
        <a:ext cx="956959" cy="956959"/>
      </dsp:txXfrm>
    </dsp:sp>
    <dsp:sp modelId="{B3C9F058-D473-0F48-8432-2A2D784734D4}">
      <dsp:nvSpPr>
        <dsp:cNvPr id="0" name=""/>
        <dsp:cNvSpPr/>
      </dsp:nvSpPr>
      <dsp:spPr>
        <a:xfrm rot="5400000">
          <a:off x="5643937" y="2470776"/>
          <a:ext cx="359703" cy="4567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>
        <a:off x="5697893" y="2508172"/>
        <a:ext cx="251792" cy="274051"/>
      </dsp:txXfrm>
    </dsp:sp>
    <dsp:sp modelId="{BF7F66FD-0CFC-6C41-938D-83376A304DE5}">
      <dsp:nvSpPr>
        <dsp:cNvPr id="0" name=""/>
        <dsp:cNvSpPr/>
      </dsp:nvSpPr>
      <dsp:spPr>
        <a:xfrm>
          <a:off x="5147117" y="3048676"/>
          <a:ext cx="1353343" cy="135334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运动思考</a:t>
          </a:r>
        </a:p>
      </dsp:txBody>
      <dsp:txXfrm>
        <a:off x="5345309" y="3246868"/>
        <a:ext cx="956959" cy="956959"/>
      </dsp:txXfrm>
    </dsp:sp>
    <dsp:sp modelId="{B6799AAE-D70A-9B49-A6C4-3F81A5238EAA}">
      <dsp:nvSpPr>
        <dsp:cNvPr id="0" name=""/>
        <dsp:cNvSpPr/>
      </dsp:nvSpPr>
      <dsp:spPr>
        <a:xfrm rot="9000000">
          <a:off x="4772859" y="3999888"/>
          <a:ext cx="359703" cy="4567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 rot="10800000">
        <a:off x="4873541" y="4064261"/>
        <a:ext cx="251792" cy="274051"/>
      </dsp:txXfrm>
    </dsp:sp>
    <dsp:sp modelId="{99FA0D53-B3A6-4746-B1F7-CBFEC46CB75F}">
      <dsp:nvSpPr>
        <dsp:cNvPr id="0" name=""/>
        <dsp:cNvSpPr/>
      </dsp:nvSpPr>
      <dsp:spPr>
        <a:xfrm>
          <a:off x="3387328" y="4064691"/>
          <a:ext cx="1353343" cy="135334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构建体系</a:t>
          </a:r>
        </a:p>
      </dsp:txBody>
      <dsp:txXfrm>
        <a:off x="3585520" y="4262883"/>
        <a:ext cx="956959" cy="956959"/>
      </dsp:txXfrm>
    </dsp:sp>
    <dsp:sp modelId="{1B42B076-33A8-124F-A432-E67203CC34C7}">
      <dsp:nvSpPr>
        <dsp:cNvPr id="0" name=""/>
        <dsp:cNvSpPr/>
      </dsp:nvSpPr>
      <dsp:spPr>
        <a:xfrm rot="12600000">
          <a:off x="3013070" y="4010069"/>
          <a:ext cx="359703" cy="4567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 rot="10800000">
        <a:off x="3113752" y="4128398"/>
        <a:ext cx="251792" cy="274051"/>
      </dsp:txXfrm>
    </dsp:sp>
    <dsp:sp modelId="{07AD5BC0-3DAF-754A-AE4D-FAE5724294B5}">
      <dsp:nvSpPr>
        <dsp:cNvPr id="0" name=""/>
        <dsp:cNvSpPr/>
      </dsp:nvSpPr>
      <dsp:spPr>
        <a:xfrm>
          <a:off x="1627538" y="3048676"/>
          <a:ext cx="1353343" cy="135334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文章输出</a:t>
          </a:r>
        </a:p>
      </dsp:txBody>
      <dsp:txXfrm>
        <a:off x="1825730" y="3246868"/>
        <a:ext cx="956959" cy="956959"/>
      </dsp:txXfrm>
    </dsp:sp>
    <dsp:sp modelId="{D4593DC1-B1E1-2049-8373-D1E99FE93303}">
      <dsp:nvSpPr>
        <dsp:cNvPr id="0" name=""/>
        <dsp:cNvSpPr/>
      </dsp:nvSpPr>
      <dsp:spPr>
        <a:xfrm rot="16200000">
          <a:off x="2124359" y="2491137"/>
          <a:ext cx="359703" cy="456753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>
        <a:off x="2178315" y="2636444"/>
        <a:ext cx="251792" cy="274051"/>
      </dsp:txXfrm>
    </dsp:sp>
    <dsp:sp modelId="{BDFF318E-456A-644B-A815-82B357F7147A}">
      <dsp:nvSpPr>
        <dsp:cNvPr id="0" name=""/>
        <dsp:cNvSpPr/>
      </dsp:nvSpPr>
      <dsp:spPr>
        <a:xfrm>
          <a:off x="1627538" y="1016646"/>
          <a:ext cx="1353343" cy="1353343"/>
        </a:xfrm>
        <a:prstGeom prst="ellipse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800" kern="1200" dirty="0"/>
            <a:t>交流学习</a:t>
          </a:r>
        </a:p>
      </dsp:txBody>
      <dsp:txXfrm>
        <a:off x="1825730" y="1214838"/>
        <a:ext cx="956959" cy="956959"/>
      </dsp:txXfrm>
    </dsp:sp>
    <dsp:sp modelId="{9B6CE37F-19E9-4846-9940-4D109E5FF6F1}">
      <dsp:nvSpPr>
        <dsp:cNvPr id="0" name=""/>
        <dsp:cNvSpPr/>
      </dsp:nvSpPr>
      <dsp:spPr>
        <a:xfrm rot="19800000">
          <a:off x="2995437" y="962024"/>
          <a:ext cx="359703" cy="456753"/>
        </a:xfrm>
        <a:prstGeom prst="rightArrow">
          <a:avLst>
            <a:gd name="adj1" fmla="val 60000"/>
            <a:gd name="adj2" fmla="val 50000"/>
          </a:avLst>
        </a:prstGeom>
        <a:solidFill>
          <a:schemeClr val="tx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700" kern="1200"/>
        </a:p>
      </dsp:txBody>
      <dsp:txXfrm>
        <a:off x="3002666" y="1080353"/>
        <a:ext cx="251792" cy="2740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F9BEE3-F4C5-5C47-83F6-66A4D9D8A0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8ADDF75-8FCE-404A-9BDC-A71FFF04E2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1E05F1-947F-5B43-8B16-798EE9C00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A6869A-F806-EA4D-9743-9A2DC3671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AE97E7-E8C2-D147-B7C9-B3402FADD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1629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C50E5-BA2F-8D46-8EDE-47063EA1A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4C3D36-2157-9B4C-8305-B629C3490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BD4223-7042-1E4B-A62B-768E67972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B817CCA-CC47-CA49-B894-090F2583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BBCED7-AC20-BA40-AE78-951C96EC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6976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903B5F-A7CC-4944-B26B-02B00CB34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A99B42-132C-E94C-B763-10D9C7400C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34365-B8D7-AA46-A414-5E2263518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95D10F-3F81-1245-BD6B-E3935DA9A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7F99A-B21A-9B4C-91D6-0084FFB74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632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9D3023-8564-144F-AC2C-59E8737BE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B17AEF-3551-D94C-A790-F29C3E67B2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A421CF5-C7D0-E049-9BE4-7AC20B6201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9F7FE-D7C0-3647-AED6-838BC21F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02ECDF3-48AC-7548-B04F-7FA712A2F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02D242-072E-1049-B9DA-DC926F3BB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6850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0C7764-E090-984E-8F5B-964569C9B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0DA45C0-3C87-624F-8253-FE7E78C945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7C41F5E-1457-1D45-AB8B-C28C415651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6D25269-5FF9-1941-A2E5-9D74867E87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2895DA3-30B5-6F44-A533-D448906B38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BCB683-C231-1C48-B3D1-917EFF82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63F127C-B130-8641-BFD2-C8F9D1094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E7E96E1-A113-C843-955B-26F1FA0D6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94823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209E5-1C89-8346-968E-A7D2B826D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9FAC4EC-851F-1440-89E8-28FF9D6B0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6B79F3-9FC8-A64D-B5FF-2922B69C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12E5523-3568-7F48-B62D-F63C782D5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08551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4A9F0E2-F84D-4441-8160-1DD9F1D5A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DDD4174-8E52-974C-A4D5-6CC4EB655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AC346CF-2395-F145-9D24-A31C0165B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05232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CC1BBA-38AE-7A4B-A219-C9E5360AC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2F640-2B05-7141-8955-16F0A9837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AC81725-59DC-2145-A3B6-4E5AB83FA6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28BEA4-302B-2E4C-8946-0AEF3B4C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9015243-6B8E-2E4D-BD2B-BEC66B3F3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8552EAE-AF36-FC45-9C5F-45BC51794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64962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10EB6B-CFED-A04A-A44B-410810C30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F2E290-2731-8E42-B361-FF5115173E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2C81B7-FB0F-E446-9094-43A0B2C059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4C5D43-4671-194A-8851-C27B14FF0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93EF88-806F-F548-888B-B028B1AC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D7D2F5-6DF0-3744-ACA8-B135B7E8F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27526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D9241D-24A2-324D-A9F2-0CA9455B0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387B5C6-3CE9-F345-A158-FFB148037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15F715-9F4F-234C-B61E-AF9B5A075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F4B7D-84CD-904D-B48D-65A8D23A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443718-41CF-184B-BE37-922306502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5516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E2D3A61-ECBC-B040-B002-147E81AFC4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632859-C4B2-9C4F-BEA7-902F1FEC2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D959FD-2F9A-5F41-ADE6-0FDB09706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F1CBEE1-5DC0-B648-86CA-70408C406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C6CFA24-35E1-A842-A004-F50B7C732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5671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6E12BB-42F6-674C-911D-1791EF471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84003F-177A-0D49-9557-8E5ACFA3CB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9CF690-2B81-1A45-AD4B-D62845F5E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3F323C-0AF0-AC43-A8E6-AC32CD9A496F}" type="datetimeFigureOut">
              <a:rPr kumimoji="1" lang="zh-CN" altLang="en-US" smtClean="0"/>
              <a:t>2021/3/17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557898-D928-DE4F-9D99-1DB9FB4A96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B6FF4-F88F-8C4F-A33B-9AF0AEC21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2D42E6-B30A-3343-B0FA-00EDD48DF19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944934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图示 4">
            <a:extLst>
              <a:ext uri="{FF2B5EF4-FFF2-40B4-BE49-F238E27FC236}">
                <a16:creationId xmlns:a16="http://schemas.microsoft.com/office/drawing/2014/main" id="{62BF4E4D-3F49-BC41-BCE2-F22932CFB0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15437161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93511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</Words>
  <Application>Microsoft Macintosh PowerPoint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james</dc:creator>
  <cp:lastModifiedBy>Microsoft Office User</cp:lastModifiedBy>
  <cp:revision>6</cp:revision>
  <dcterms:created xsi:type="dcterms:W3CDTF">2021-02-21T07:46:26Z</dcterms:created>
  <dcterms:modified xsi:type="dcterms:W3CDTF">2021-03-16T23:25:08Z</dcterms:modified>
</cp:coreProperties>
</file>